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7"/>
    <p:restoredTop sz="94636"/>
  </p:normalViewPr>
  <p:slideViewPr>
    <p:cSldViewPr snapToGrid="0" snapToObjects="1">
      <p:cViewPr varScale="1">
        <p:scale>
          <a:sx n="139" d="100"/>
          <a:sy n="139" d="100"/>
        </p:scale>
        <p:origin x="6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in Calderón García" userId="2d031e888a90ae0e" providerId="LiveId" clId="{F30428A9-2CCB-5619-852C-C0A1C93BAE6D}"/>
    <pc:docChg chg="modSld">
      <pc:chgData name="Edwin Calderón García" userId="2d031e888a90ae0e" providerId="LiveId" clId="{F30428A9-2CCB-5619-852C-C0A1C93BAE6D}" dt="2026-09-14T20:40:01.017" v="12" actId="14100"/>
      <pc:docMkLst>
        <pc:docMk/>
      </pc:docMkLst>
      <pc:sldChg chg="addSp modSp mod">
        <pc:chgData name="Edwin Calderón García" userId="2d031e888a90ae0e" providerId="LiveId" clId="{F30428A9-2CCB-5619-852C-C0A1C93BAE6D}" dt="2026-09-14T20:38:36.488" v="5" actId="1440"/>
        <pc:sldMkLst>
          <pc:docMk/>
          <pc:sldMk cId="0" sldId="258"/>
        </pc:sldMkLst>
        <pc:spChg chg="mod">
          <ac:chgData name="Edwin Calderón García" userId="2d031e888a90ae0e" providerId="LiveId" clId="{F30428A9-2CCB-5619-852C-C0A1C93BAE6D}" dt="2026-09-14T20:38:30.440" v="3" actId="1076"/>
          <ac:spMkLst>
            <pc:docMk/>
            <pc:sldMk cId="0" sldId="258"/>
            <ac:spMk id="6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4T20:38:36.488" v="5" actId="1440"/>
          <ac:picMkLst>
            <pc:docMk/>
            <pc:sldMk cId="0" sldId="258"/>
            <ac:picMk id="14" creationId="{219C6468-D23B-32F9-49F2-8CA61769BD6B}"/>
          </ac:picMkLst>
        </pc:picChg>
      </pc:sldChg>
      <pc:sldChg chg="addSp modSp mod">
        <pc:chgData name="Edwin Calderón García" userId="2d031e888a90ae0e" providerId="LiveId" clId="{F30428A9-2CCB-5619-852C-C0A1C93BAE6D}" dt="2026-09-14T20:40:01.017" v="12" actId="14100"/>
        <pc:sldMkLst>
          <pc:docMk/>
          <pc:sldMk cId="0" sldId="261"/>
        </pc:sldMkLst>
        <pc:picChg chg="add mod">
          <ac:chgData name="Edwin Calderón García" userId="2d031e888a90ae0e" providerId="LiveId" clId="{F30428A9-2CCB-5619-852C-C0A1C93BAE6D}" dt="2026-09-14T20:39:35.815" v="9" actId="1076"/>
          <ac:picMkLst>
            <pc:docMk/>
            <pc:sldMk cId="0" sldId="261"/>
            <ac:picMk id="17" creationId="{FD395C04-34D9-12B7-0238-8EB4CACB4F85}"/>
          </ac:picMkLst>
        </pc:picChg>
        <pc:picChg chg="add mod">
          <ac:chgData name="Edwin Calderón García" userId="2d031e888a90ae0e" providerId="LiveId" clId="{F30428A9-2CCB-5619-852C-C0A1C93BAE6D}" dt="2026-09-14T20:40:01.017" v="12" actId="14100"/>
          <ac:picMkLst>
            <pc:docMk/>
            <pc:sldMk cId="0" sldId="261"/>
            <ac:picMk id="18" creationId="{DA645B2B-7D39-25A3-0DFC-D4F4A447602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20.718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Concentración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Territorio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Ejecución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55063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CIFRA CLAVE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cifra principal de Pregunta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666744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segundo hallazgo cuantitativo]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508760"/>
            <a:ext cx="7315200" cy="3840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5223" y="2788920"/>
            <a:ext cx="185435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366AA"/>
                </a:solidFill>
              </a:defRPr>
            </a:pPr>
            <a:r>
              <a:rPr dirty="0"/>
              <a:t>INSIGHT EJECUTIVO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se concentran los recursos y qué nivel de trazabilidad territorial puede obtenerse?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73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rPr dirty="0"/>
              <a:t>VISUALIZACIÓN TERRITORIAL PRINCIPAL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[Cifra / hallazgo territorial]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[Cifra / hallazgo territorial]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4800600"/>
            <a:ext cx="3931920" cy="8686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t>IMPLICACIÓN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[Una frase ejecutiva]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219C6468-D23B-32F9-49F2-8CA61769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68" y="1874520"/>
            <a:ext cx="4883336" cy="35890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Información focalizada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D395C04-34D9-12B7-0238-8EB4CACB4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1666717"/>
            <a:ext cx="6757416" cy="105568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DA645B2B-7D39-25A3-0DFC-D4F4A4476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9" y="2749114"/>
            <a:ext cx="6757416" cy="2440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367</Words>
  <Application>Microsoft Macintosh PowerPoint</Application>
  <PresentationFormat>Panorámica</PresentationFormat>
  <Paragraphs>76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Edwin Hernando Calderon Garcia</cp:lastModifiedBy>
  <cp:revision>3</cp:revision>
  <dcterms:created xsi:type="dcterms:W3CDTF">2013-01-27T09:14:16Z</dcterms:created>
  <dcterms:modified xsi:type="dcterms:W3CDTF">2026-09-14T20:40:04Z</dcterms:modified>
  <cp:category/>
</cp:coreProperties>
</file>